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 Context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Claude 3.5</c:v>
                  </c:pt>
                  <c:pt idx="1">
                    <c:v>GPT-4.1</c:v>
                  </c:pt>
                  <c:pt idx="2">
                    <c:v>Gemini 2.5</c:v>
                  </c:pt>
                  <c:pt idx="3">
                    <c:v>Qwen3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90</c:v>
                </c:pt>
                <c:pt idx="2">
                  <c:v>88</c:v>
                </c:pt>
                <c:pt idx="3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Long Context</c:v>
                </c:pt>
              </c:strCache>
            </c:strRef>
          </c:tx>
          <c:spPr>
            <a:solidFill>
              <a:srgbClr val="3341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Claude 3.5</c:v>
                  </c:pt>
                  <c:pt idx="1">
                    <c:v>GPT-4.1</c:v>
                  </c:pt>
                  <c:pt idx="2">
                    <c:v>Gemini 2.5</c:v>
                  </c:pt>
                  <c:pt idx="3">
                    <c:v>Qwen3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</c:v>
                </c:pt>
                <c:pt idx="1">
                  <c:v>65</c:v>
                </c:pt>
                <c:pt idx="2">
                  <c:v>60</c:v>
                </c:pt>
                <c:pt idx="3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62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ROT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 Performance Degrades as Input Length Grows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50292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200400"/>
            <a:ext cx="228600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46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3200400"/>
            <a:ext cx="228600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3246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1752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3200400"/>
            <a:ext cx="228600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3246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57784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study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Chroma Research (2025) · Liu et al., Stanford/TACL (2024)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CONTEXT ROT?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 is the systematic degradation in LLM performance as input context grows — even before the context window is full. Every one of 18 frontier models tested (GPT-4.1, Claude 4, Gemini 2.5, Qwen3) exhibited this behavior.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CAUSE #1 — LOST IN THE MIDDLE (POSITIONAL BIAS)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3657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011680"/>
            <a:ext cx="0" cy="21031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377440"/>
            <a:ext cx="457200" cy="1737360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160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91640" y="3108960"/>
            <a:ext cx="457200" cy="1005840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4160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0" y="3611880"/>
            <a:ext cx="457200" cy="502920"/>
          </a:xfrm>
          <a:prstGeom prst="rect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4160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63240" y="3200400"/>
            <a:ext cx="457200" cy="914400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4160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49040" y="2468880"/>
            <a:ext cx="457200" cy="1645920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4160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 rot="16200000">
            <a:off x="182880" y="2743200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434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U-shaped performance curve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(Liu et al., Stanford/TACL 2024)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0" y="1737360"/>
            <a:ext cx="374904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1737360"/>
            <a:ext cx="91440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8288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PRIMACY BIAS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12140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near position 0 receive outsized attention weight. System prompts and opening lines dominate reasoning.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3108960"/>
            <a:ext cx="374904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3108960"/>
            <a:ext cx="91440" cy="1143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32004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RECENCY BIAS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349300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 positional encoding creates short-term decay, boosting the last tokens before the query.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4480560"/>
            <a:ext cx="3749040" cy="457200"/>
          </a:xfrm>
          <a:prstGeom prst="rect">
            <a:avLst/>
          </a:prstGeom>
          <a:solidFill>
            <a:srgbClr val="1A0A2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449884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Middle-position penalty: −15 to −20 percentage points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MORE ROOT CAUSES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206240" cy="1993392"/>
          </a:xfrm>
          <a:prstGeom prst="rect">
            <a:avLst/>
          </a:prstGeom>
          <a:solidFill>
            <a:srgbClr val="0A162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31520"/>
            <a:ext cx="420624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8229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 DILUTION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attention is O(n²). Each added token forces the model to track exponentially more pairwise relationships, spreading attention signal thinner. FlashAttention reduces memory cost but cannot solve the fundamental dilution.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267712"/>
            <a:ext cx="3931920" cy="292608"/>
          </a:xfrm>
          <a:prstGeom prst="rect">
            <a:avLst/>
          </a:prstGeom>
          <a:solidFill>
            <a:srgbClr val="020C1B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76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tokens → ~1M ops  |  1M tokens → ~1T ops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00600" y="731520"/>
            <a:ext cx="4206240" cy="1993392"/>
          </a:xfrm>
          <a:prstGeom prst="rect">
            <a:avLst/>
          </a:prstGeom>
          <a:solidFill>
            <a:srgbClr val="0A1628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731520"/>
            <a:ext cx="420624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822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0680" y="8229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DISTRACTOR INTERFERENCE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280160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content is not equal — type matters. Topically-related distractors cause maximum harm. Logically-cancelling operations (add X, remove X) degrade performance more than random noise.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2267712"/>
            <a:ext cx="3931920" cy="292608"/>
          </a:xfrm>
          <a:prstGeom prst="rect">
            <a:avLst/>
          </a:prstGeom>
          <a:solidFill>
            <a:srgbClr val="020C1B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276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 worst affected — every file read, dead-end stays in context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4206240" cy="1993392"/>
          </a:xfrm>
          <a:prstGeom prst="rect">
            <a:avLst/>
          </a:prstGeom>
          <a:solidFill>
            <a:srgbClr val="0A16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80360"/>
            <a:ext cx="420624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718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AMBIGUITY COMPOUNDING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429000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queries rarely match context with exact keywords. As cosine similarity between needle and question decreases, performance degrades more sharply with length. Two-hop reasoning (Yuki → Semper Opera → Dresden) fails severely at scale.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4416552"/>
            <a:ext cx="3931920" cy="292608"/>
          </a:xfrm>
          <a:prstGeom prst="rect">
            <a:avLst/>
          </a:prstGeom>
          <a:solidFill>
            <a:srgbClr val="020C1B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256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Research Feb 2025: multi-hop semantic NIAH benchmark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00600" y="2880360"/>
            <a:ext cx="4206240" cy="1993392"/>
          </a:xfrm>
          <a:prstGeom prst="rect">
            <a:avLst/>
          </a:prstGeom>
          <a:solidFill>
            <a:srgbClr val="0A1628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880360"/>
            <a:ext cx="420624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9718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4068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MODEL-SPECIFIC FAILURE MODES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429000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GPT: erratic, confident hallucination. Claude: slowest to degrade but abstains on long tasks. Gemini: earliest onset, high output variance. Qwen: steady/predictable decline. No model is immune.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4416552"/>
            <a:ext cx="3931920" cy="292608"/>
          </a:xfrm>
          <a:prstGeom prst="rect">
            <a:avLst/>
          </a:prstGeom>
          <a:solidFill>
            <a:srgbClr val="020C1B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4256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2025: tested 18 models — 18/18 showed degradation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BEHAVIOR  ·  MITIGATIONS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68580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7307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accuracy: short vs long context  (Chroma 2025)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617720" y="6858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ENGINEERING STRATEGIES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17720" y="1051560"/>
            <a:ext cx="420624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17720" y="1051560"/>
            <a:ext cx="54864" cy="640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36592" y="114300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166360" y="11247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Strategic Placement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66360" y="13807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key facts at start or end - never in the middle.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17720" y="1801368"/>
            <a:ext cx="420624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7720" y="1801368"/>
            <a:ext cx="54864" cy="6400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36592" y="1892808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66360" y="18745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+ Re-Ranking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166360" y="21305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only top-k relevant chunks; keep context lean.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17720" y="2551176"/>
            <a:ext cx="420624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17720" y="2551176"/>
            <a:ext cx="54864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36592" y="264261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62432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Compression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66360" y="2880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history; use LLMLingua to prune low-salience tokens.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17720" y="3300984"/>
            <a:ext cx="420624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17720" y="3300984"/>
            <a:ext cx="54864" cy="6400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36592" y="339242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3741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Isolated Sub-Agents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66360" y="36301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scoped sub-agents per task; no dead-end context accumulation.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17720" y="4050792"/>
            <a:ext cx="420624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17720" y="4050792"/>
            <a:ext cx="54864" cy="6400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36592" y="4142232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1239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 LLMs (RLMs)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66360" y="43799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that call themselves; GPT-5-mini RLM beats GPT-5 on OOLONG.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RESEARCH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14984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Rot: How Increasing Input Tokens Impacts LLM Performance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Hong, Troynikov, Huber — Chroma (2025)  —  https://research.trychroma.com/context-rot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84124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389888"/>
            <a:ext cx="54864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99032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the Middle: How Language Models Use Long Contexts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5544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Liu, Lin, Hewitt, et al. — Stanford / TACL (2024)  —  https://arxiv.org/abs/2307.03172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773936"/>
            <a:ext cx="84124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773936"/>
            <a:ext cx="54864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8308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the Middle: Multi-scale Positional Encoding (Ms-PoE)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938528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2024  —  https://openreview.net/forum?id=fPmScVB1Td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157984"/>
            <a:ext cx="84124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157984"/>
            <a:ext cx="54864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1671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Language Models (RLMs)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2322576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(2025)  —  https://alexzhang13.github.io/blog/2025/rlm/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261518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&amp; 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89504"/>
            <a:ext cx="84124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889504"/>
            <a:ext cx="54864" cy="32918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89864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chroma-core/context-rot — Replication Toolkit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054096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—  https://github.com/chroma-core/context-rot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84124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282696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nelson-liu/lost-in-the-middle — Data &amp; Code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438144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Stanford  —  https://github.com/nelson-liu/lost-in-the-middle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373075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005072"/>
            <a:ext cx="84124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005072"/>
            <a:ext cx="54864" cy="32918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014216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Rot: The Emerging Challenge That Could Hold Back LLM Progress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4169664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Timothy B. Lee — Understanding AI (Nov 2025)  —  https://www.understandingai.org/p/context-rot-the-emerging-challenge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4389120"/>
            <a:ext cx="84124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389120"/>
            <a:ext cx="54864" cy="32918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398264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 Explained &amp; How to Prevent 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55371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Engineering Blog (Jan 2026)  —  https://redis.io/blog/context-rot/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4773168"/>
            <a:ext cx="84124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773168"/>
            <a:ext cx="54864" cy="32918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782312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Language Models Are Lost in the Middle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493776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AI (Nov 2025)  —  https://pub.towardsai.net/why-language-models-are-lost-in-the-middle-629b20d86152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Rot Analysis</dc:title>
  <dc:subject>PptxGenJS Presentation</dc:subject>
  <dc:creator>PptxGenJS</dc:creator>
  <cp:lastModifiedBy>PptxGenJS</cp:lastModifiedBy>
  <cp:revision>1</cp:revision>
  <dcterms:created xsi:type="dcterms:W3CDTF">2026-03-08T22:41:03Z</dcterms:created>
  <dcterms:modified xsi:type="dcterms:W3CDTF">2026-03-08T22:41:03Z</dcterms:modified>
</cp:coreProperties>
</file>